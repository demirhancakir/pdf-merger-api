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58" r:id="rId5"/>
    <p:sldId id="266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F76BE4-7787-7169-854E-8C9F4A233A87}" v="574" dt="2026-05-31T21:54:32.8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mirhan çakır" userId="2a0e193ce3857ebc" providerId="Windows Live" clId="Web-{BEF76BE4-7787-7169-854E-8C9F4A233A87}"/>
    <pc:docChg chg="addSld modSld sldOrd">
      <pc:chgData name="demirhan çakır" userId="2a0e193ce3857ebc" providerId="Windows Live" clId="Web-{BEF76BE4-7787-7169-854E-8C9F4A233A87}" dt="2026-05-31T19:38:51.432" v="136"/>
      <pc:docMkLst>
        <pc:docMk/>
      </pc:docMkLst>
      <pc:sldChg chg="modSp">
        <pc:chgData name="demirhan çakır" userId="2a0e193ce3857ebc" providerId="Windows Live" clId="Web-{BEF76BE4-7787-7169-854E-8C9F4A233A87}" dt="2026-05-31T18:45:48.698" v="22" actId="14100"/>
        <pc:sldMkLst>
          <pc:docMk/>
          <pc:sldMk cId="0" sldId="256"/>
        </pc:sldMkLst>
        <pc:spChg chg="mod">
          <ac:chgData name="demirhan çakır" userId="2a0e193ce3857ebc" providerId="Windows Live" clId="Web-{BEF76BE4-7787-7169-854E-8C9F4A233A87}" dt="2026-05-31T18:45:48.698" v="22" actId="14100"/>
          <ac:spMkLst>
            <pc:docMk/>
            <pc:sldMk cId="0" sldId="256"/>
            <ac:spMk id="2" creationId="{00000000-0000-0000-0000-000000000000}"/>
          </ac:spMkLst>
        </pc:spChg>
      </pc:sldChg>
      <pc:sldChg chg="addSp delSp modSp">
        <pc:chgData name="demirhan çakır" userId="2a0e193ce3857ebc" providerId="Windows Live" clId="Web-{BEF76BE4-7787-7169-854E-8C9F4A233A87}" dt="2026-05-31T19:38:51.432" v="136"/>
        <pc:sldMkLst>
          <pc:docMk/>
          <pc:sldMk cId="0" sldId="258"/>
        </pc:sldMkLst>
        <pc:spChg chg="del">
          <ac:chgData name="demirhan çakır" userId="2a0e193ce3857ebc" providerId="Windows Live" clId="Web-{BEF76BE4-7787-7169-854E-8C9F4A233A87}" dt="2026-05-31T19:04:53.146" v="55"/>
          <ac:spMkLst>
            <pc:docMk/>
            <pc:sldMk cId="0" sldId="258"/>
            <ac:spMk id="3" creationId="{00000000-0000-0000-0000-000000000000}"/>
          </ac:spMkLst>
        </pc:spChg>
        <pc:spChg chg="del">
          <ac:chgData name="demirhan çakır" userId="2a0e193ce3857ebc" providerId="Windows Live" clId="Web-{BEF76BE4-7787-7169-854E-8C9F4A233A87}" dt="2026-05-31T18:18:31.798" v="0"/>
          <ac:spMkLst>
            <pc:docMk/>
            <pc:sldMk cId="0" sldId="258"/>
            <ac:spMk id="4" creationId="{00000000-0000-0000-0000-000000000000}"/>
          </ac:spMkLst>
        </pc:spChg>
        <pc:spChg chg="del mod">
          <ac:chgData name="demirhan çakır" userId="2a0e193ce3857ebc" providerId="Windows Live" clId="Web-{BEF76BE4-7787-7169-854E-8C9F4A233A87}" dt="2026-05-31T19:38:51.432" v="136"/>
          <ac:spMkLst>
            <pc:docMk/>
            <pc:sldMk cId="0" sldId="258"/>
            <ac:spMk id="5" creationId="{00000000-0000-0000-0000-000000000000}"/>
          </ac:spMkLst>
        </pc:spChg>
        <pc:graphicFrameChg chg="add mod modGraphic">
          <ac:chgData name="demirhan çakır" userId="2a0e193ce3857ebc" providerId="Windows Live" clId="Web-{BEF76BE4-7787-7169-854E-8C9F4A233A87}" dt="2026-05-31T19:10:53.873" v="131"/>
          <ac:graphicFrameMkLst>
            <pc:docMk/>
            <pc:sldMk cId="0" sldId="258"/>
            <ac:graphicFrameMk id="8" creationId="{F7C7A186-EA97-C2D4-7435-EC275E187976}"/>
          </ac:graphicFrameMkLst>
        </pc:graphicFrameChg>
        <pc:graphicFrameChg chg="add mod modGraphic">
          <ac:chgData name="demirhan çakır" userId="2a0e193ce3857ebc" providerId="Windows Live" clId="Web-{BEF76BE4-7787-7169-854E-8C9F4A233A87}" dt="2026-05-31T19:07:24.494" v="88" actId="1076"/>
          <ac:graphicFrameMkLst>
            <pc:docMk/>
            <pc:sldMk cId="0" sldId="258"/>
            <ac:graphicFrameMk id="11" creationId="{3C863FEE-649B-ADA7-521F-A0D59009E71D}"/>
          </ac:graphicFrameMkLst>
        </pc:graphicFrameChg>
        <pc:graphicFrameChg chg="add del mod">
          <ac:chgData name="demirhan çakır" userId="2a0e193ce3857ebc" providerId="Windows Live" clId="Web-{BEF76BE4-7787-7169-854E-8C9F4A233A87}" dt="2026-05-31T19:07:35.587" v="92"/>
          <ac:graphicFrameMkLst>
            <pc:docMk/>
            <pc:sldMk cId="0" sldId="258"/>
            <ac:graphicFrameMk id="13" creationId="{77FF20E4-9592-6BBA-7195-459756994850}"/>
          </ac:graphicFrameMkLst>
        </pc:graphicFrameChg>
        <pc:graphicFrameChg chg="add del mod">
          <ac:chgData name="demirhan çakır" userId="2a0e193ce3857ebc" providerId="Windows Live" clId="Web-{BEF76BE4-7787-7169-854E-8C9F4A233A87}" dt="2026-05-31T19:07:32.822" v="91"/>
          <ac:graphicFrameMkLst>
            <pc:docMk/>
            <pc:sldMk cId="0" sldId="258"/>
            <ac:graphicFrameMk id="15" creationId="{DBF1DD62-68E1-B269-6FE9-93A03CF9BAF6}"/>
          </ac:graphicFrameMkLst>
        </pc:graphicFrameChg>
        <pc:graphicFrameChg chg="add mod modGraphic">
          <ac:chgData name="demirhan çakır" userId="2a0e193ce3857ebc" providerId="Windows Live" clId="Web-{BEF76BE4-7787-7169-854E-8C9F4A233A87}" dt="2026-05-31T19:10:57.576" v="132" actId="1076"/>
          <ac:graphicFrameMkLst>
            <pc:docMk/>
            <pc:sldMk cId="0" sldId="258"/>
            <ac:graphicFrameMk id="18" creationId="{3DFF65F1-6819-A289-9867-5ABA41B41FF7}"/>
          </ac:graphicFrameMkLst>
        </pc:graphicFrameChg>
        <pc:graphicFrameChg chg="add mod modGraphic">
          <ac:chgData name="demirhan çakır" userId="2a0e193ce3857ebc" providerId="Windows Live" clId="Web-{BEF76BE4-7787-7169-854E-8C9F4A233A87}" dt="2026-05-31T19:10:23.435" v="121" actId="1076"/>
          <ac:graphicFrameMkLst>
            <pc:docMk/>
            <pc:sldMk cId="0" sldId="258"/>
            <ac:graphicFrameMk id="21" creationId="{1B1B9C25-468F-FD5D-EC01-32700F89D670}"/>
          </ac:graphicFrameMkLst>
        </pc:graphicFrameChg>
        <pc:graphicFrameChg chg="add del mod">
          <ac:chgData name="demirhan çakır" userId="2a0e193ce3857ebc" providerId="Windows Live" clId="Web-{BEF76BE4-7787-7169-854E-8C9F4A233A87}" dt="2026-05-31T19:10:34.154" v="123"/>
          <ac:graphicFrameMkLst>
            <pc:docMk/>
            <pc:sldMk cId="0" sldId="258"/>
            <ac:graphicFrameMk id="23" creationId="{DC1BEAF5-39C4-210A-FEDF-094D4487E9B7}"/>
          </ac:graphicFrameMkLst>
        </pc:graphicFrameChg>
        <pc:picChg chg="add del mod">
          <ac:chgData name="demirhan çakır" userId="2a0e193ce3857ebc" providerId="Windows Live" clId="Web-{BEF76BE4-7787-7169-854E-8C9F4A233A87}" dt="2026-05-31T18:54:17.761" v="28"/>
          <ac:picMkLst>
            <pc:docMk/>
            <pc:sldMk cId="0" sldId="258"/>
            <ac:picMk id="4" creationId="{E375F039-CF0C-7E9A-E880-B8AFDCA4D684}"/>
          </ac:picMkLst>
        </pc:picChg>
        <pc:picChg chg="add del mod">
          <ac:chgData name="demirhan çakır" userId="2a0e193ce3857ebc" providerId="Windows Live" clId="Web-{BEF76BE4-7787-7169-854E-8C9F4A233A87}" dt="2026-05-31T18:19:20.503" v="18"/>
          <ac:picMkLst>
            <pc:docMk/>
            <pc:sldMk cId="0" sldId="258"/>
            <ac:picMk id="6" creationId="{E42E539D-750C-7188-28EB-E95975406E28}"/>
          </ac:picMkLst>
        </pc:picChg>
        <pc:picChg chg="add mod">
          <ac:chgData name="demirhan çakır" userId="2a0e193ce3857ebc" providerId="Windows Live" clId="Web-{BEF76BE4-7787-7169-854E-8C9F4A233A87}" dt="2026-05-31T19:08:46.323" v="104" actId="1076"/>
          <ac:picMkLst>
            <pc:docMk/>
            <pc:sldMk cId="0" sldId="258"/>
            <ac:picMk id="6" creationId="{EA448C78-0335-8E7A-F1D5-6CEE9DD9959E}"/>
          </ac:picMkLst>
        </pc:picChg>
        <pc:cxnChg chg="add mod">
          <ac:chgData name="demirhan çakır" userId="2a0e193ce3857ebc" providerId="Windows Live" clId="Web-{BEF76BE4-7787-7169-854E-8C9F4A233A87}" dt="2026-05-31T19:07:18.165" v="87" actId="14100"/>
          <ac:cxnSpMkLst>
            <pc:docMk/>
            <pc:sldMk cId="0" sldId="258"/>
            <ac:cxnSpMk id="9" creationId="{B6FEF267-8233-B6D6-DCC3-2D4F87884210}"/>
          </ac:cxnSpMkLst>
        </pc:cxnChg>
        <pc:cxnChg chg="add mod">
          <ac:chgData name="demirhan çakır" userId="2a0e193ce3857ebc" providerId="Windows Live" clId="Web-{BEF76BE4-7787-7169-854E-8C9F4A233A87}" dt="2026-05-31T19:07:53.666" v="96" actId="1076"/>
          <ac:cxnSpMkLst>
            <pc:docMk/>
            <pc:sldMk cId="0" sldId="258"/>
            <ac:cxnSpMk id="16" creationId="{0097E9CD-E2BB-56DD-1910-3CCC0526F655}"/>
          </ac:cxnSpMkLst>
        </pc:cxnChg>
        <pc:cxnChg chg="add mod">
          <ac:chgData name="demirhan çakır" userId="2a0e193ce3857ebc" providerId="Windows Live" clId="Web-{BEF76BE4-7787-7169-854E-8C9F4A233A87}" dt="2026-05-31T19:09:37.074" v="110" actId="14100"/>
          <ac:cxnSpMkLst>
            <pc:docMk/>
            <pc:sldMk cId="0" sldId="258"/>
            <ac:cxnSpMk id="19" creationId="{AFBEB2F7-4A42-51B9-771A-4E9C7EECCA4E}"/>
          </ac:cxnSpMkLst>
        </pc:cxnChg>
        <pc:cxnChg chg="add mod">
          <ac:chgData name="demirhan çakır" userId="2a0e193ce3857ebc" providerId="Windows Live" clId="Web-{BEF76BE4-7787-7169-854E-8C9F4A233A87}" dt="2026-05-31T19:10:46.310" v="129" actId="1076"/>
          <ac:cxnSpMkLst>
            <pc:docMk/>
            <pc:sldMk cId="0" sldId="258"/>
            <ac:cxnSpMk id="24" creationId="{252C9AC2-7C78-1ECA-E9B8-ACC11ABCCFE1}"/>
          </ac:cxnSpMkLst>
        </pc:cxnChg>
      </pc:sldChg>
      <pc:sldChg chg="modSp">
        <pc:chgData name="demirhan çakır" userId="2a0e193ce3857ebc" providerId="Windows Live" clId="Web-{BEF76BE4-7787-7169-854E-8C9F4A233A87}" dt="2026-05-31T19:06:35.852" v="77"/>
        <pc:sldMkLst>
          <pc:docMk/>
          <pc:sldMk cId="0" sldId="260"/>
        </pc:sldMkLst>
        <pc:graphicFrameChg chg="mod modGraphic">
          <ac:chgData name="demirhan çakır" userId="2a0e193ce3857ebc" providerId="Windows Live" clId="Web-{BEF76BE4-7787-7169-854E-8C9F4A233A87}" dt="2026-05-31T19:06:35.852" v="77"/>
          <ac:graphicFrameMkLst>
            <pc:docMk/>
            <pc:sldMk cId="0" sldId="260"/>
            <ac:graphicFrameMk id="4" creationId="{00000000-0000-0000-0000-000000000000}"/>
          </ac:graphicFrameMkLst>
        </pc:graphicFrameChg>
      </pc:sldChg>
      <pc:sldChg chg="modSp">
        <pc:chgData name="demirhan çakır" userId="2a0e193ce3857ebc" providerId="Windows Live" clId="Web-{BEF76BE4-7787-7169-854E-8C9F4A233A87}" dt="2026-05-31T19:33:24.230" v="134" actId="1076"/>
        <pc:sldMkLst>
          <pc:docMk/>
          <pc:sldMk cId="0" sldId="264"/>
        </pc:sldMkLst>
        <pc:spChg chg="mod">
          <ac:chgData name="demirhan çakır" userId="2a0e193ce3857ebc" providerId="Windows Live" clId="Web-{BEF76BE4-7787-7169-854E-8C9F4A233A87}" dt="2026-05-31T19:33:24.230" v="134" actId="1076"/>
          <ac:spMkLst>
            <pc:docMk/>
            <pc:sldMk cId="0" sldId="264"/>
            <ac:spMk id="2" creationId="{00000000-0000-0000-0000-000000000000}"/>
          </ac:spMkLst>
        </pc:spChg>
      </pc:sldChg>
      <pc:sldChg chg="delSp modSp add ord replId">
        <pc:chgData name="demirhan çakır" userId="2a0e193ce3857ebc" providerId="Windows Live" clId="Web-{BEF76BE4-7787-7169-854E-8C9F4A233A87}" dt="2026-05-31T18:19:20.409" v="17"/>
        <pc:sldMkLst>
          <pc:docMk/>
          <pc:sldMk cId="2445939320" sldId="265"/>
        </pc:sldMkLst>
        <pc:spChg chg="mod">
          <ac:chgData name="demirhan çakır" userId="2a0e193ce3857ebc" providerId="Windows Live" clId="Web-{BEF76BE4-7787-7169-854E-8C9F4A233A87}" dt="2026-05-31T18:19:11.956" v="16" actId="1076"/>
          <ac:spMkLst>
            <pc:docMk/>
            <pc:sldMk cId="2445939320" sldId="265"/>
            <ac:spMk id="2" creationId="{C144FDF7-E8E1-A216-9E3E-F890A7E2A0B7}"/>
          </ac:spMkLst>
        </pc:spChg>
        <pc:spChg chg="del">
          <ac:chgData name="demirhan çakır" userId="2a0e193ce3857ebc" providerId="Windows Live" clId="Web-{BEF76BE4-7787-7169-854E-8C9F4A233A87}" dt="2026-05-31T18:18:54.080" v="7"/>
          <ac:spMkLst>
            <pc:docMk/>
            <pc:sldMk cId="2445939320" sldId="265"/>
            <ac:spMk id="5" creationId="{29C01BF3-15FF-DAEF-6EAC-5C4698DC6771}"/>
          </ac:spMkLst>
        </pc:spChg>
        <pc:picChg chg="mod">
          <ac:chgData name="demirhan çakır" userId="2a0e193ce3857ebc" providerId="Windows Live" clId="Web-{BEF76BE4-7787-7169-854E-8C9F4A233A87}" dt="2026-05-31T18:19:09.081" v="15" actId="14100"/>
          <ac:picMkLst>
            <pc:docMk/>
            <pc:sldMk cId="2445939320" sldId="265"/>
            <ac:picMk id="6" creationId="{6AA176F9-A13C-BC35-EED8-D6803F5A6D25}"/>
          </ac:picMkLst>
        </pc:picChg>
      </pc:sldChg>
      <pc:sldChg chg="addSp delSp modSp add replId">
        <pc:chgData name="demirhan çakır" userId="2a0e193ce3857ebc" providerId="Windows Live" clId="Web-{BEF76BE4-7787-7169-854E-8C9F4A233A87}" dt="2026-05-31T18:55:29.124" v="46"/>
        <pc:sldMkLst>
          <pc:docMk/>
          <pc:sldMk cId="1945551927" sldId="266"/>
        </pc:sldMkLst>
        <pc:spChg chg="del">
          <ac:chgData name="demirhan çakır" userId="2a0e193ce3857ebc" providerId="Windows Live" clId="Web-{BEF76BE4-7787-7169-854E-8C9F4A233A87}" dt="2026-05-31T18:55:29.124" v="46"/>
          <ac:spMkLst>
            <pc:docMk/>
            <pc:sldMk cId="1945551927" sldId="266"/>
            <ac:spMk id="3" creationId="{70907BC3-A0F3-2C64-B3C8-6EEE685DFC9B}"/>
          </ac:spMkLst>
        </pc:spChg>
        <pc:spChg chg="del mod">
          <ac:chgData name="demirhan çakır" userId="2a0e193ce3857ebc" providerId="Windows Live" clId="Web-{BEF76BE4-7787-7169-854E-8C9F4A233A87}" dt="2026-05-31T18:53:45.291" v="25"/>
          <ac:spMkLst>
            <pc:docMk/>
            <pc:sldMk cId="1945551927" sldId="266"/>
            <ac:spMk id="5" creationId="{D85336E8-578A-E060-06B7-E77446E752F0}"/>
          </ac:spMkLst>
        </pc:spChg>
        <pc:picChg chg="add del mod">
          <ac:chgData name="demirhan çakır" userId="2a0e193ce3857ebc" providerId="Windows Live" clId="Web-{BEF76BE4-7787-7169-854E-8C9F4A233A87}" dt="2026-05-31T18:55:07.967" v="39"/>
          <ac:picMkLst>
            <pc:docMk/>
            <pc:sldMk cId="1945551927" sldId="266"/>
            <ac:picMk id="4" creationId="{97AB3EA8-5FD9-32C5-21EB-34C8D3246E81}"/>
          </ac:picMkLst>
        </pc:picChg>
        <pc:picChg chg="add mod">
          <ac:chgData name="demirhan çakır" userId="2a0e193ce3857ebc" providerId="Windows Live" clId="Web-{BEF76BE4-7787-7169-854E-8C9F4A233A87}" dt="2026-05-31T18:55:18.530" v="45" actId="1076"/>
          <ac:picMkLst>
            <pc:docMk/>
            <pc:sldMk cId="1945551927" sldId="266"/>
            <ac:picMk id="6" creationId="{51279ECF-7736-3C4C-B7D7-11A152B803C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194560"/>
            <a:ext cx="9267874" cy="23391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5400" b="1">
                <a:solidFill>
                  <a:srgbClr val="6C63FF"/>
                </a:solidFill>
                <a:latin typeface="Segoe UI"/>
              </a:rPr>
              <a:t>PDF Merger API</a:t>
            </a:r>
          </a:p>
          <a:p>
            <a:pPr>
              <a:spcBef>
                <a:spcPts val="1400"/>
              </a:spcBef>
            </a:pPr>
            <a:r>
              <a:rPr sz="2600" b="0" dirty="0">
                <a:solidFill>
                  <a:srgbClr val="E2E4EF"/>
                </a:solidFill>
                <a:latin typeface="Segoe UI"/>
              </a:rPr>
              <a:t>Bulut</a:t>
            </a:r>
            <a:r>
              <a:rPr lang="tr-TR" sz="2600" dirty="0">
                <a:solidFill>
                  <a:srgbClr val="E2E4EF"/>
                </a:solidFill>
                <a:latin typeface="Segoe UI"/>
              </a:rPr>
              <a:t> Mimarilerinde Test Mühendisliği </a:t>
            </a:r>
            <a:r>
              <a:rPr sz="2600" b="0" dirty="0" err="1">
                <a:solidFill>
                  <a:srgbClr val="E2E4EF"/>
                </a:solidFill>
                <a:latin typeface="Segoe UI"/>
              </a:rPr>
              <a:t>Konteyner</a:t>
            </a:r>
            <a:r>
              <a:rPr sz="26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lang="tr-TR" sz="2600" dirty="0">
                <a:solidFill>
                  <a:srgbClr val="E2E4EF"/>
                </a:solidFill>
                <a:latin typeface="Segoe UI"/>
              </a:rPr>
              <a:t>Mimarisi</a:t>
            </a:r>
            <a:r>
              <a:rPr sz="2600" b="0" dirty="0">
                <a:solidFill>
                  <a:srgbClr val="E2E4EF"/>
                </a:solidFill>
                <a:latin typeface="Segoe UI"/>
              </a:rPr>
              <a:t> Final </a:t>
            </a:r>
            <a:r>
              <a:rPr sz="2600" b="0" dirty="0" err="1">
                <a:solidFill>
                  <a:srgbClr val="E2E4EF"/>
                </a:solidFill>
                <a:latin typeface="Segoe UI"/>
              </a:rPr>
              <a:t>Projesi</a:t>
            </a:r>
            <a:endParaRPr sz="2600" b="0" dirty="0" err="1">
              <a:solidFill>
                <a:srgbClr val="E2E4EF"/>
              </a:solidFill>
              <a:latin typeface="Segoe UI"/>
              <a:cs typeface="Segoe UI"/>
            </a:endParaRPr>
          </a:p>
          <a:p>
            <a:pPr>
              <a:spcBef>
                <a:spcPts val="1000"/>
              </a:spcBef>
            </a:pPr>
            <a:r>
              <a:rPr sz="2000" b="0" dirty="0">
                <a:solidFill>
                  <a:srgbClr val="7B7F9E"/>
                </a:solidFill>
                <a:latin typeface="Segoe UI"/>
              </a:rPr>
              <a:t>Demirhan </a:t>
            </a:r>
            <a:r>
              <a:rPr sz="2000" b="0" dirty="0" err="1">
                <a:solidFill>
                  <a:srgbClr val="7B7F9E"/>
                </a:solidFill>
                <a:latin typeface="Segoe UI"/>
              </a:rPr>
              <a:t>Çakır</a:t>
            </a:r>
            <a:r>
              <a:rPr sz="2000" b="0" dirty="0">
                <a:solidFill>
                  <a:srgbClr val="7B7F9E"/>
                </a:solidFill>
                <a:latin typeface="Segoe UI"/>
              </a:rPr>
              <a:t> </a:t>
            </a:r>
            <a:r>
              <a:rPr lang="tr-TR" sz="2000" dirty="0">
                <a:solidFill>
                  <a:srgbClr val="7B7F9E"/>
                </a:solidFill>
                <a:latin typeface="Segoe UI"/>
              </a:rPr>
              <a:t>- 150820513</a:t>
            </a:r>
            <a:endParaRPr sz="2000" b="0" dirty="0">
              <a:solidFill>
                <a:srgbClr val="7B7F9E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tr-TR" sz="3400" b="1" dirty="0">
                <a:solidFill>
                  <a:srgbClr val="6C63FF"/>
                </a:solidFill>
                <a:latin typeface="Segoe UI"/>
              </a:rPr>
              <a:t>Proje</a:t>
            </a:r>
            <a:r>
              <a:rPr sz="3400" b="1" dirty="0">
                <a:solidFill>
                  <a:srgbClr val="6C63FF"/>
                </a:solidFill>
                <a:latin typeface="Segoe UI"/>
              </a:rPr>
              <a:t> &amp; </a:t>
            </a:r>
            <a:r>
              <a:rPr lang="tr-TR" sz="3400" b="1">
                <a:solidFill>
                  <a:srgbClr val="6C63FF"/>
                </a:solidFill>
                <a:latin typeface="Segoe UI"/>
              </a:rPr>
              <a:t>İşleyiş</a:t>
            </a:r>
            <a:endParaRPr lang="tr-TR" sz="3400" b="1" dirty="0">
              <a:solidFill>
                <a:srgbClr val="6C63FF"/>
              </a:solidFill>
              <a:latin typeface="Segoe UI"/>
              <a:cs typeface="Segoe U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00" cy="381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18851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700"/>
              </a:spcAft>
            </a:pPr>
            <a:r>
              <a:rPr lang="tr-TR" sz="2100" b="1">
                <a:solidFill>
                  <a:srgbClr val="6C63FF"/>
                </a:solidFill>
                <a:latin typeface="Segoe UI"/>
                <a:cs typeface="Segoe UI"/>
              </a:rPr>
              <a:t>Proje</a:t>
            </a:r>
            <a:endParaRPr lang="tr-TR" sz="2100" b="1" dirty="0">
              <a:solidFill>
                <a:srgbClr val="6C63FF"/>
              </a:solidFill>
              <a:latin typeface="Segoe UI"/>
              <a:cs typeface="Segoe UI"/>
            </a:endParaRPr>
          </a:p>
          <a:p>
            <a:pPr lvl="1">
              <a:spcAft>
                <a:spcPts val="700"/>
              </a:spcAft>
            </a:pPr>
            <a:r>
              <a:rPr sz="1900" b="0" dirty="0">
                <a:solidFill>
                  <a:srgbClr val="E2E4EF"/>
                </a:solidFill>
                <a:latin typeface="Segoe UI"/>
              </a:rPr>
              <a:t>–  Birden </a:t>
            </a:r>
            <a:r>
              <a:rPr sz="1900" b="0" dirty="0" err="1">
                <a:solidFill>
                  <a:srgbClr val="E2E4EF"/>
                </a:solidFill>
                <a:latin typeface="Segoe UI"/>
              </a:rPr>
              <a:t>fazla</a:t>
            </a:r>
            <a:r>
              <a:rPr sz="19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E2E4EF"/>
                </a:solidFill>
                <a:latin typeface="Segoe UI"/>
              </a:rPr>
              <a:t>PDF'i</a:t>
            </a:r>
            <a:r>
              <a:rPr sz="19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E2E4EF"/>
                </a:solidFill>
                <a:latin typeface="Segoe UI"/>
              </a:rPr>
              <a:t>tek</a:t>
            </a:r>
            <a:r>
              <a:rPr sz="19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E2E4EF"/>
                </a:solidFill>
                <a:latin typeface="Segoe UI"/>
              </a:rPr>
              <a:t>dosyada</a:t>
            </a:r>
            <a:r>
              <a:rPr sz="19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E2E4EF"/>
                </a:solidFill>
                <a:latin typeface="Segoe UI"/>
              </a:rPr>
              <a:t>birleştiren</a:t>
            </a:r>
            <a:r>
              <a:rPr sz="1900" b="0" dirty="0">
                <a:solidFill>
                  <a:srgbClr val="E2E4EF"/>
                </a:solidFill>
                <a:latin typeface="Segoe UI"/>
              </a:rPr>
              <a:t>; </a:t>
            </a:r>
            <a:r>
              <a:rPr sz="1900" b="0" dirty="0" err="1">
                <a:solidFill>
                  <a:srgbClr val="E2E4EF"/>
                </a:solidFill>
                <a:latin typeface="Segoe UI"/>
              </a:rPr>
              <a:t>üretime</a:t>
            </a:r>
            <a:r>
              <a:rPr sz="19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E2E4EF"/>
                </a:solidFill>
                <a:latin typeface="Segoe UI"/>
              </a:rPr>
              <a:t>hazır</a:t>
            </a:r>
            <a:r>
              <a:rPr sz="1900" b="0" dirty="0">
                <a:solidFill>
                  <a:srgbClr val="E2E4EF"/>
                </a:solidFill>
                <a:latin typeface="Segoe UI"/>
              </a:rPr>
              <a:t>, </a:t>
            </a:r>
            <a:r>
              <a:rPr lang="tr-TR" sz="1900" dirty="0">
                <a:solidFill>
                  <a:srgbClr val="E2E4EF"/>
                </a:solidFill>
                <a:latin typeface="Segoe UI"/>
              </a:rPr>
              <a:t>cloud-native</a:t>
            </a:r>
            <a:r>
              <a:rPr sz="19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E2E4EF"/>
                </a:solidFill>
                <a:latin typeface="Segoe UI"/>
              </a:rPr>
              <a:t>bir</a:t>
            </a:r>
            <a:r>
              <a:rPr sz="1900" b="0" dirty="0">
                <a:solidFill>
                  <a:srgbClr val="E2E4EF"/>
                </a:solidFill>
                <a:latin typeface="Segoe UI"/>
              </a:rPr>
              <a:t> REST </a:t>
            </a:r>
            <a:r>
              <a:rPr sz="1900" b="0" dirty="0" err="1">
                <a:solidFill>
                  <a:srgbClr val="E2E4EF"/>
                </a:solidFill>
                <a:latin typeface="Segoe UI"/>
              </a:rPr>
              <a:t>servisi</a:t>
            </a:r>
            <a:r>
              <a:rPr sz="1900" b="0" dirty="0">
                <a:solidFill>
                  <a:srgbClr val="E2E4EF"/>
                </a:solidFill>
                <a:latin typeface="Segoe UI"/>
              </a:rPr>
              <a:t>.</a:t>
            </a:r>
            <a:endParaRPr sz="1900" b="0" dirty="0">
              <a:solidFill>
                <a:srgbClr val="E2E4EF"/>
              </a:solidFill>
              <a:latin typeface="Segoe UI"/>
              <a:cs typeface="Segoe UI"/>
            </a:endParaRPr>
          </a:p>
          <a:p>
            <a:pPr>
              <a:spcAft>
                <a:spcPts val="700"/>
              </a:spcAft>
            </a:pPr>
            <a:r>
              <a:rPr lang="tr-TR" sz="2100" b="1">
                <a:solidFill>
                  <a:srgbClr val="6C63FF"/>
                </a:solidFill>
                <a:latin typeface="Segoe UI"/>
                <a:cs typeface="Segoe UI"/>
              </a:rPr>
              <a:t>İşleyiş</a:t>
            </a:r>
            <a:endParaRPr sz="2100" b="1" dirty="0">
              <a:solidFill>
                <a:srgbClr val="6C63FF"/>
              </a:solidFill>
              <a:latin typeface="Segoe UI"/>
              <a:cs typeface="Segoe UI"/>
            </a:endParaRPr>
          </a:p>
          <a:p>
            <a:pPr lvl="1">
              <a:spcAft>
                <a:spcPts val="700"/>
              </a:spcAft>
            </a:pPr>
            <a:r>
              <a:rPr sz="1900" b="0" dirty="0">
                <a:solidFill>
                  <a:srgbClr val="E2E4EF"/>
                </a:solidFill>
                <a:latin typeface="Segoe UI"/>
              </a:rPr>
              <a:t>–  job </a:t>
            </a:r>
            <a:r>
              <a:rPr sz="1900" b="0" dirty="0" err="1">
                <a:solidFill>
                  <a:srgbClr val="E2E4EF"/>
                </a:solidFill>
                <a:latin typeface="Segoe UI"/>
              </a:rPr>
              <a:t>tabanlı</a:t>
            </a:r>
            <a:r>
              <a:rPr sz="1900" b="0" dirty="0">
                <a:solidFill>
                  <a:srgbClr val="E2E4EF"/>
                </a:solidFill>
                <a:latin typeface="Segoe UI"/>
              </a:rPr>
              <a:t> API + S3 </a:t>
            </a:r>
            <a:r>
              <a:rPr sz="1900" b="0" dirty="0" err="1">
                <a:solidFill>
                  <a:srgbClr val="E2E4EF"/>
                </a:solidFill>
                <a:latin typeface="Segoe UI"/>
              </a:rPr>
              <a:t>nesne</a:t>
            </a:r>
            <a:r>
              <a:rPr sz="19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E2E4EF"/>
                </a:solidFill>
                <a:latin typeface="Segoe UI"/>
              </a:rPr>
              <a:t>deposu</a:t>
            </a:r>
            <a:r>
              <a:rPr sz="1900" b="0" dirty="0">
                <a:solidFill>
                  <a:srgbClr val="E2E4EF"/>
                </a:solidFill>
                <a:latin typeface="Segoe UI"/>
              </a:rPr>
              <a:t> + Kubernetes </a:t>
            </a:r>
            <a:r>
              <a:rPr sz="1900" b="0" dirty="0" err="1">
                <a:solidFill>
                  <a:srgbClr val="E2E4EF"/>
                </a:solidFill>
                <a:latin typeface="Segoe UI"/>
              </a:rPr>
              <a:t>üzerinde</a:t>
            </a:r>
            <a:r>
              <a:rPr sz="19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E2E4EF"/>
                </a:solidFill>
                <a:latin typeface="Segoe UI"/>
              </a:rPr>
              <a:t>otomatik</a:t>
            </a:r>
            <a:r>
              <a:rPr sz="19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E2E4EF"/>
                </a:solidFill>
                <a:latin typeface="Segoe UI"/>
              </a:rPr>
              <a:t>ölçeklenen</a:t>
            </a:r>
            <a:r>
              <a:rPr sz="19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E2E4EF"/>
                </a:solidFill>
                <a:latin typeface="Segoe UI"/>
              </a:rPr>
              <a:t>ve</a:t>
            </a:r>
            <a:r>
              <a:rPr sz="19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E2E4EF"/>
                </a:solidFill>
                <a:latin typeface="Segoe UI"/>
              </a:rPr>
              <a:t>gözlemlenebilir</a:t>
            </a:r>
            <a:r>
              <a:rPr sz="19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E2E4EF"/>
                </a:solidFill>
                <a:latin typeface="Segoe UI"/>
              </a:rPr>
              <a:t>bir</a:t>
            </a:r>
            <a:r>
              <a:rPr sz="19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E2E4EF"/>
                </a:solidFill>
                <a:latin typeface="Segoe UI"/>
              </a:rPr>
              <a:t>mimari</a:t>
            </a:r>
            <a:r>
              <a:rPr sz="1900" b="0" dirty="0">
                <a:solidFill>
                  <a:srgbClr val="E2E4EF"/>
                </a:solidFill>
                <a:latin typeface="Segoe UI"/>
              </a:rPr>
              <a:t>.</a:t>
            </a:r>
            <a:endParaRPr sz="1900" b="0" dirty="0">
              <a:solidFill>
                <a:srgbClr val="E2E4EF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016CCB-DC3C-01DA-CFA3-D0D2DADD9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44FDF7-E8E1-A216-9E3E-F890A7E2A0B7}"/>
              </a:ext>
            </a:extLst>
          </p:cNvPr>
          <p:cNvSpPr txBox="1"/>
          <p:nvPr/>
        </p:nvSpPr>
        <p:spPr>
          <a:xfrm>
            <a:off x="366542" y="228991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6C63FF"/>
                </a:solidFill>
                <a:latin typeface="Segoe UI"/>
              </a:rPr>
              <a:t>Mimari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AB141A-8021-C32B-5747-0A581C7B304F}"/>
              </a:ext>
            </a:extLst>
          </p:cNvPr>
          <p:cNvSpPr/>
          <p:nvPr/>
        </p:nvSpPr>
        <p:spPr>
          <a:xfrm>
            <a:off x="640080" y="1143000"/>
            <a:ext cx="10972800" cy="381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Resim 5" descr="metin, diyagram, ekran görüntüsü, pla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AA176F9-A13C-BC35-EED8-D6803F5A6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308" y="908539"/>
            <a:ext cx="8860691" cy="571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939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400" b="1" dirty="0" err="1">
                <a:solidFill>
                  <a:srgbClr val="6C63FF"/>
                </a:solidFill>
                <a:latin typeface="Segoe UI"/>
              </a:rPr>
              <a:t>Akış</a:t>
            </a:r>
            <a:endParaRPr lang="tr-TR" dirty="0" err="1"/>
          </a:p>
        </p:txBody>
      </p:sp>
      <p:pic>
        <p:nvPicPr>
          <p:cNvPr id="6" name="Resim 5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A448C78-0335-8E7A-F1D5-6CEE9DD99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509" y="810846"/>
            <a:ext cx="5412752" cy="5568462"/>
          </a:xfrm>
          <a:prstGeom prst="rect">
            <a:avLst/>
          </a:prstGeom>
        </p:spPr>
      </p:pic>
      <p:graphicFrame>
        <p:nvGraphicFramePr>
          <p:cNvPr id="8" name="Tablo 7">
            <a:extLst>
              <a:ext uri="{FF2B5EF4-FFF2-40B4-BE49-F238E27FC236}">
                <a16:creationId xmlns:a16="http://schemas.microsoft.com/office/drawing/2014/main" id="{F7C7A186-EA97-C2D4-7435-EC275E187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139550"/>
              </p:ext>
            </p:extLst>
          </p:nvPr>
        </p:nvGraphicFramePr>
        <p:xfrm>
          <a:off x="8694615" y="810846"/>
          <a:ext cx="3409545" cy="4378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36515">
                  <a:extLst>
                    <a:ext uri="{9D8B030D-6E8A-4147-A177-3AD203B41FA5}">
                      <a16:colId xmlns:a16="http://schemas.microsoft.com/office/drawing/2014/main" val="3996860645"/>
                    </a:ext>
                  </a:extLst>
                </a:gridCol>
                <a:gridCol w="1136515">
                  <a:extLst>
                    <a:ext uri="{9D8B030D-6E8A-4147-A177-3AD203B41FA5}">
                      <a16:colId xmlns:a16="http://schemas.microsoft.com/office/drawing/2014/main" val="3116044213"/>
                    </a:ext>
                  </a:extLst>
                </a:gridCol>
                <a:gridCol w="1136515">
                  <a:extLst>
                    <a:ext uri="{9D8B030D-6E8A-4147-A177-3AD203B41FA5}">
                      <a16:colId xmlns:a16="http://schemas.microsoft.com/office/drawing/2014/main" val="1654238060"/>
                    </a:ext>
                  </a:extLst>
                </a:gridCol>
              </a:tblGrid>
              <a:tr h="402166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300" b="0" i="0">
                          <a:solidFill>
                            <a:srgbClr val="E2E4EF"/>
                          </a:solidFill>
                          <a:effectLst/>
                          <a:latin typeface="Calibri" panose="020F0502020204030204" pitchFamily="34" charset="0"/>
                        </a:rPr>
                        <a:t>POST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2296" marR="82296" marT="41148" marB="41148">
                    <a:lnL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300" b="0" i="0" dirty="0">
                          <a:solidFill>
                            <a:srgbClr val="E2E4EF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300" b="0" i="0" dirty="0" err="1">
                          <a:solidFill>
                            <a:srgbClr val="E2E4EF"/>
                          </a:solidFill>
                          <a:effectLst/>
                          <a:latin typeface="Calibri"/>
                        </a:rPr>
                        <a:t>api</a:t>
                      </a:r>
                      <a:r>
                        <a:rPr lang="en-US" sz="1300" b="0" i="0" dirty="0">
                          <a:solidFill>
                            <a:srgbClr val="E2E4EF"/>
                          </a:solidFill>
                          <a:effectLst/>
                          <a:latin typeface="Calibri"/>
                        </a:rPr>
                        <a:t>/v1/files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2296" marR="82296" marT="41148" marB="41148">
                    <a:lnL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300" b="0" i="0" dirty="0">
                          <a:solidFill>
                            <a:srgbClr val="E2E4EF"/>
                          </a:solidFill>
                          <a:effectLst/>
                          <a:latin typeface="Calibri"/>
                        </a:rPr>
                        <a:t>PDF </a:t>
                      </a:r>
                      <a:r>
                        <a:rPr lang="en-US" sz="1300" b="0" i="0" dirty="0" err="1">
                          <a:solidFill>
                            <a:srgbClr val="E2E4EF"/>
                          </a:solidFill>
                          <a:effectLst/>
                          <a:latin typeface="Calibri"/>
                        </a:rPr>
                        <a:t>yükle</a:t>
                      </a:r>
                      <a:r>
                        <a:rPr lang="en-US" sz="1300" b="0" i="0" dirty="0">
                          <a:solidFill>
                            <a:srgbClr val="E2E4EF"/>
                          </a:solidFill>
                          <a:effectLst/>
                          <a:latin typeface="Calibri"/>
                        </a:rPr>
                        <a:t> (multipart)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2296" marR="82296" marT="41148" marB="41148">
                    <a:lnL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131938"/>
                  </a:ext>
                </a:extLst>
              </a:tr>
            </a:tbl>
          </a:graphicData>
        </a:graphic>
      </p:graphicFrame>
      <p:cxnSp>
        <p:nvCxnSpPr>
          <p:cNvPr id="9" name="Düz Ok Bağlayıcısı 8">
            <a:extLst>
              <a:ext uri="{FF2B5EF4-FFF2-40B4-BE49-F238E27FC236}">
                <a16:creationId xmlns:a16="http://schemas.microsoft.com/office/drawing/2014/main" id="{B6FEF267-8233-B6D6-DCC3-2D4F87884210}"/>
              </a:ext>
            </a:extLst>
          </p:cNvPr>
          <p:cNvCxnSpPr/>
          <p:nvPr/>
        </p:nvCxnSpPr>
        <p:spPr>
          <a:xfrm flipV="1">
            <a:off x="7573109" y="1434123"/>
            <a:ext cx="1334476" cy="4337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o 10">
            <a:extLst>
              <a:ext uri="{FF2B5EF4-FFF2-40B4-BE49-F238E27FC236}">
                <a16:creationId xmlns:a16="http://schemas.microsoft.com/office/drawing/2014/main" id="{3C863FEE-649B-ADA7-521F-A0D59009E7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273722"/>
              </p:ext>
            </p:extLst>
          </p:nvPr>
        </p:nvGraphicFramePr>
        <p:xfrm>
          <a:off x="195384" y="2002692"/>
          <a:ext cx="3539339" cy="48686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82713">
                  <a:extLst>
                    <a:ext uri="{9D8B030D-6E8A-4147-A177-3AD203B41FA5}">
                      <a16:colId xmlns:a16="http://schemas.microsoft.com/office/drawing/2014/main" val="202669038"/>
                    </a:ext>
                  </a:extLst>
                </a:gridCol>
                <a:gridCol w="1178313">
                  <a:extLst>
                    <a:ext uri="{9D8B030D-6E8A-4147-A177-3AD203B41FA5}">
                      <a16:colId xmlns:a16="http://schemas.microsoft.com/office/drawing/2014/main" val="3578239963"/>
                    </a:ext>
                  </a:extLst>
                </a:gridCol>
                <a:gridCol w="1178313">
                  <a:extLst>
                    <a:ext uri="{9D8B030D-6E8A-4147-A177-3AD203B41FA5}">
                      <a16:colId xmlns:a16="http://schemas.microsoft.com/office/drawing/2014/main" val="2593013053"/>
                    </a:ext>
                  </a:extLst>
                </a:gridCol>
              </a:tblGrid>
              <a:tr h="486862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300" b="0" i="0">
                          <a:solidFill>
                            <a:srgbClr val="E2E4EF"/>
                          </a:solidFill>
                          <a:effectLst/>
                          <a:latin typeface="Calibri" panose="020F0502020204030204" pitchFamily="34" charset="0"/>
                        </a:rPr>
                        <a:t>GET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2296" marR="82296" marT="41148" marB="41148">
                    <a:lnL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300" b="0" i="0" dirty="0">
                          <a:solidFill>
                            <a:srgbClr val="E2E4EF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300" b="0" i="0" dirty="0" err="1">
                          <a:solidFill>
                            <a:srgbClr val="E2E4EF"/>
                          </a:solidFill>
                          <a:effectLst/>
                          <a:latin typeface="Calibri"/>
                        </a:rPr>
                        <a:t>api</a:t>
                      </a:r>
                      <a:r>
                        <a:rPr lang="en-US" sz="1300" b="0" i="0" dirty="0">
                          <a:solidFill>
                            <a:srgbClr val="E2E4EF"/>
                          </a:solidFill>
                          <a:effectLst/>
                          <a:latin typeface="Calibri"/>
                        </a:rPr>
                        <a:t>/v1/files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2296" marR="82296" marT="41148" marB="41148">
                    <a:lnL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300" b="0" i="0" dirty="0" err="1">
                          <a:solidFill>
                            <a:srgbClr val="E2E4EF"/>
                          </a:solidFill>
                          <a:effectLst/>
                          <a:latin typeface="Calibri"/>
                        </a:rPr>
                        <a:t>Listele</a:t>
                      </a:r>
                      <a:r>
                        <a:rPr lang="en-US" sz="1300" b="0" i="0" dirty="0">
                          <a:solidFill>
                            <a:srgbClr val="E2E4EF"/>
                          </a:solidFill>
                          <a:effectLst/>
                          <a:latin typeface="Calibri"/>
                        </a:rPr>
                        <a:t> (</a:t>
                      </a:r>
                      <a:r>
                        <a:rPr lang="en-US" sz="1300" b="0" i="0" dirty="0" err="1">
                          <a:solidFill>
                            <a:srgbClr val="E2E4EF"/>
                          </a:solidFill>
                          <a:effectLst/>
                          <a:latin typeface="Calibri"/>
                        </a:rPr>
                        <a:t>sayfalı</a:t>
                      </a:r>
                      <a:r>
                        <a:rPr lang="en-US" sz="1300" b="0" i="0" dirty="0">
                          <a:solidFill>
                            <a:srgbClr val="E2E4EF"/>
                          </a:solidFill>
                          <a:effectLst/>
                          <a:latin typeface="Calibri"/>
                        </a:rPr>
                        <a:t>)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2296" marR="82296" marT="41148" marB="41148">
                    <a:lnL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818448"/>
                  </a:ext>
                </a:extLst>
              </a:tr>
            </a:tbl>
          </a:graphicData>
        </a:graphic>
      </p:graphicFrame>
      <p:cxnSp>
        <p:nvCxnSpPr>
          <p:cNvPr id="16" name="Düz Ok Bağlayıcısı 15">
            <a:extLst>
              <a:ext uri="{FF2B5EF4-FFF2-40B4-BE49-F238E27FC236}">
                <a16:creationId xmlns:a16="http://schemas.microsoft.com/office/drawing/2014/main" id="{0097E9CD-E2BB-56DD-1910-3CCC0526F655}"/>
              </a:ext>
            </a:extLst>
          </p:cNvPr>
          <p:cNvCxnSpPr>
            <a:cxnSpLocks/>
          </p:cNvCxnSpPr>
          <p:nvPr/>
        </p:nvCxnSpPr>
        <p:spPr>
          <a:xfrm flipH="1" flipV="1">
            <a:off x="2909277" y="2606430"/>
            <a:ext cx="795216" cy="6682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o 17">
            <a:extLst>
              <a:ext uri="{FF2B5EF4-FFF2-40B4-BE49-F238E27FC236}">
                <a16:creationId xmlns:a16="http://schemas.microsoft.com/office/drawing/2014/main" id="{3DFF65F1-6819-A289-9867-5ABA41B41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557015"/>
              </p:ext>
            </p:extLst>
          </p:nvPr>
        </p:nvGraphicFramePr>
        <p:xfrm>
          <a:off x="7561383" y="3214076"/>
          <a:ext cx="4565925" cy="4378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25759">
                  <a:extLst>
                    <a:ext uri="{9D8B030D-6E8A-4147-A177-3AD203B41FA5}">
                      <a16:colId xmlns:a16="http://schemas.microsoft.com/office/drawing/2014/main" val="1990032328"/>
                    </a:ext>
                  </a:extLst>
                </a:gridCol>
                <a:gridCol w="1520083">
                  <a:extLst>
                    <a:ext uri="{9D8B030D-6E8A-4147-A177-3AD203B41FA5}">
                      <a16:colId xmlns:a16="http://schemas.microsoft.com/office/drawing/2014/main" val="1529228595"/>
                    </a:ext>
                  </a:extLst>
                </a:gridCol>
                <a:gridCol w="1520083">
                  <a:extLst>
                    <a:ext uri="{9D8B030D-6E8A-4147-A177-3AD203B41FA5}">
                      <a16:colId xmlns:a16="http://schemas.microsoft.com/office/drawing/2014/main" val="3675892825"/>
                    </a:ext>
                  </a:extLst>
                </a:gridCol>
              </a:tblGrid>
              <a:tr h="433905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300" b="0" i="0">
                          <a:solidFill>
                            <a:srgbClr val="E2E4EF"/>
                          </a:solidFill>
                          <a:effectLst/>
                          <a:latin typeface="Calibri" panose="020F0502020204030204" pitchFamily="34" charset="0"/>
                        </a:rPr>
                        <a:t>POST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2296" marR="82296" marT="41148" marB="41148">
                    <a:lnL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300" b="0" i="0" dirty="0">
                          <a:solidFill>
                            <a:srgbClr val="E2E4EF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300" b="0" i="0" dirty="0" err="1">
                          <a:solidFill>
                            <a:srgbClr val="E2E4EF"/>
                          </a:solidFill>
                          <a:effectLst/>
                          <a:latin typeface="Calibri"/>
                        </a:rPr>
                        <a:t>api</a:t>
                      </a:r>
                      <a:r>
                        <a:rPr lang="en-US" sz="1300" b="0" i="0" dirty="0">
                          <a:solidFill>
                            <a:srgbClr val="E2E4EF"/>
                          </a:solidFill>
                          <a:effectLst/>
                          <a:latin typeface="Calibri"/>
                        </a:rPr>
                        <a:t>/v1/merge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2296" marR="82296" marT="41148" marB="41148">
                    <a:lnL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300" b="0" i="0" dirty="0">
                          <a:solidFill>
                            <a:srgbClr val="E2E4EF"/>
                          </a:solidFill>
                          <a:effectLst/>
                          <a:latin typeface="Calibri"/>
                        </a:rPr>
                        <a:t>Merge job </a:t>
                      </a:r>
                      <a:r>
                        <a:rPr lang="en-US" sz="1300" b="0" i="0" dirty="0" err="1">
                          <a:solidFill>
                            <a:srgbClr val="E2E4EF"/>
                          </a:solidFill>
                          <a:effectLst/>
                          <a:latin typeface="Calibri"/>
                        </a:rPr>
                        <a:t>başlat</a:t>
                      </a:r>
                      <a:r>
                        <a:rPr lang="en-US" sz="1300" b="0" i="0" dirty="0">
                          <a:solidFill>
                            <a:srgbClr val="E2E4EF"/>
                          </a:solidFill>
                          <a:effectLst/>
                          <a:latin typeface="Calibri"/>
                        </a:rPr>
                        <a:t> (202)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2296" marR="82296" marT="41148" marB="41148">
                    <a:lnL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887520"/>
                  </a:ext>
                </a:extLst>
              </a:tr>
            </a:tbl>
          </a:graphicData>
        </a:graphic>
      </p:graphicFrame>
      <p:cxnSp>
        <p:nvCxnSpPr>
          <p:cNvPr id="19" name="Düz Ok Bağlayıcısı 18">
            <a:extLst>
              <a:ext uri="{FF2B5EF4-FFF2-40B4-BE49-F238E27FC236}">
                <a16:creationId xmlns:a16="http://schemas.microsoft.com/office/drawing/2014/main" id="{AFBEB2F7-4A42-51B9-771A-4E9C7EECCA4E}"/>
              </a:ext>
            </a:extLst>
          </p:cNvPr>
          <p:cNvCxnSpPr>
            <a:cxnSpLocks/>
          </p:cNvCxnSpPr>
          <p:nvPr/>
        </p:nvCxnSpPr>
        <p:spPr>
          <a:xfrm flipV="1">
            <a:off x="8022493" y="3905738"/>
            <a:ext cx="1051169" cy="6486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o 20">
            <a:extLst>
              <a:ext uri="{FF2B5EF4-FFF2-40B4-BE49-F238E27FC236}">
                <a16:creationId xmlns:a16="http://schemas.microsoft.com/office/drawing/2014/main" id="{1B1B9C25-468F-FD5D-EC01-32700F89D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045048"/>
              </p:ext>
            </p:extLst>
          </p:nvPr>
        </p:nvGraphicFramePr>
        <p:xfrm>
          <a:off x="195385" y="4992077"/>
          <a:ext cx="5010431" cy="4378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74297">
                  <a:extLst>
                    <a:ext uri="{9D8B030D-6E8A-4147-A177-3AD203B41FA5}">
                      <a16:colId xmlns:a16="http://schemas.microsoft.com/office/drawing/2014/main" val="992137938"/>
                    </a:ext>
                  </a:extLst>
                </a:gridCol>
                <a:gridCol w="1668067">
                  <a:extLst>
                    <a:ext uri="{9D8B030D-6E8A-4147-A177-3AD203B41FA5}">
                      <a16:colId xmlns:a16="http://schemas.microsoft.com/office/drawing/2014/main" val="3422099561"/>
                    </a:ext>
                  </a:extLst>
                </a:gridCol>
                <a:gridCol w="1668067">
                  <a:extLst>
                    <a:ext uri="{9D8B030D-6E8A-4147-A177-3AD203B41FA5}">
                      <a16:colId xmlns:a16="http://schemas.microsoft.com/office/drawing/2014/main" val="3775051725"/>
                    </a:ext>
                  </a:extLst>
                </a:gridCol>
              </a:tblGrid>
              <a:tr h="412727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300" b="0" i="0">
                          <a:solidFill>
                            <a:srgbClr val="E2E4EF"/>
                          </a:solidFill>
                          <a:effectLst/>
                          <a:latin typeface="Calibri" panose="020F0502020204030204" pitchFamily="34" charset="0"/>
                        </a:rPr>
                        <a:t>GET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2296" marR="82296" marT="41148" marB="41148">
                    <a:lnL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300" b="0" i="0" dirty="0">
                          <a:solidFill>
                            <a:srgbClr val="E2E4EF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300" b="0" i="0" dirty="0" err="1">
                          <a:solidFill>
                            <a:srgbClr val="E2E4EF"/>
                          </a:solidFill>
                          <a:effectLst/>
                          <a:latin typeface="Calibri"/>
                        </a:rPr>
                        <a:t>api</a:t>
                      </a:r>
                      <a:r>
                        <a:rPr lang="en-US" sz="1300" b="0" i="0" dirty="0">
                          <a:solidFill>
                            <a:srgbClr val="E2E4EF"/>
                          </a:solidFill>
                          <a:effectLst/>
                          <a:latin typeface="Calibri"/>
                        </a:rPr>
                        <a:t>/v1/jobs/{id}/download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2296" marR="82296" marT="41148" marB="41148">
                    <a:lnL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300" b="0" i="0" dirty="0" err="1">
                          <a:solidFill>
                            <a:srgbClr val="E2E4EF"/>
                          </a:solidFill>
                          <a:effectLst/>
                          <a:latin typeface="Calibri"/>
                        </a:rPr>
                        <a:t>Sonucu</a:t>
                      </a:r>
                      <a:r>
                        <a:rPr lang="en-US" sz="1300" b="0" i="0" dirty="0">
                          <a:solidFill>
                            <a:srgbClr val="E2E4EF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E2E4EF"/>
                          </a:solidFill>
                          <a:effectLst/>
                          <a:latin typeface="Calibri"/>
                        </a:rPr>
                        <a:t>indir</a:t>
                      </a:r>
                      <a:endParaRPr lang="en-US" sz="900" b="0" i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2296" marR="82296" marT="41148" marB="41148">
                    <a:lnL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115672"/>
                  </a:ext>
                </a:extLst>
              </a:tr>
            </a:tbl>
          </a:graphicData>
        </a:graphic>
      </p:graphicFrame>
      <p:cxnSp>
        <p:nvCxnSpPr>
          <p:cNvPr id="24" name="Düz Ok Bağlayıcısı 23">
            <a:extLst>
              <a:ext uri="{FF2B5EF4-FFF2-40B4-BE49-F238E27FC236}">
                <a16:creationId xmlns:a16="http://schemas.microsoft.com/office/drawing/2014/main" id="{252C9AC2-7C78-1ECA-E9B8-ACC11ABCCFE1}"/>
              </a:ext>
            </a:extLst>
          </p:cNvPr>
          <p:cNvCxnSpPr>
            <a:cxnSpLocks/>
          </p:cNvCxnSpPr>
          <p:nvPr/>
        </p:nvCxnSpPr>
        <p:spPr>
          <a:xfrm flipH="1" flipV="1">
            <a:off x="2899508" y="5478584"/>
            <a:ext cx="1107830" cy="5119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196D16-1FE8-870D-F699-95F44E567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93EC41-8BBF-CC43-52BE-A8DB45B431AA}"/>
              </a:ext>
            </a:extLst>
          </p:cNvPr>
          <p:cNvSpPr txBox="1"/>
          <p:nvPr/>
        </p:nvSpPr>
        <p:spPr>
          <a:xfrm>
            <a:off x="640080" y="365760"/>
            <a:ext cx="10972800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400" b="1" dirty="0" err="1">
                <a:solidFill>
                  <a:srgbClr val="6C63FF"/>
                </a:solidFill>
                <a:latin typeface="Segoe UI"/>
                <a:cs typeface="Segoe UI"/>
              </a:rPr>
              <a:t>Proje</a:t>
            </a:r>
            <a:r>
              <a:rPr lang="en-US" sz="3400" b="1" dirty="0">
                <a:solidFill>
                  <a:srgbClr val="6C63FF"/>
                </a:solidFill>
                <a:latin typeface="Segoe UI"/>
                <a:cs typeface="Segoe UI"/>
              </a:rPr>
              <a:t> Dosya </a:t>
            </a:r>
            <a:r>
              <a:rPr lang="en-US" sz="3400" b="1" dirty="0" err="1">
                <a:solidFill>
                  <a:srgbClr val="6C63FF"/>
                </a:solidFill>
                <a:latin typeface="Segoe UI"/>
                <a:cs typeface="Segoe UI"/>
              </a:rPr>
              <a:t>Dizinleri</a:t>
            </a:r>
          </a:p>
        </p:txBody>
      </p:sp>
      <p:pic>
        <p:nvPicPr>
          <p:cNvPr id="6" name="Resim 5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1279ECF-7736-3C4C-B7D7-11A152B80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345" y="459153"/>
            <a:ext cx="3014618" cy="603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551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tr-TR" sz="3400" b="1">
                <a:solidFill>
                  <a:srgbClr val="6C63FF"/>
                </a:solidFill>
                <a:latin typeface="Segoe UI"/>
              </a:rPr>
              <a:t>Kullanılan Teknolojiler</a:t>
            </a:r>
            <a:endParaRPr lang="tr-TR" sz="3400" b="1">
              <a:solidFill>
                <a:srgbClr val="6C63FF"/>
              </a:solidFill>
              <a:latin typeface="Segoe UI"/>
              <a:cs typeface="Segoe U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00" cy="381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700"/>
              </a:spcAft>
            </a:pPr>
            <a:r>
              <a:rPr sz="2100" b="0" dirty="0">
                <a:solidFill>
                  <a:srgbClr val="E2E4EF"/>
                </a:solidFill>
                <a:latin typeface="Segoe UI"/>
              </a:rPr>
              <a:t>•  API: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FastAPI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·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Pydantic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v2 ·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SQLAlchemy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2.0</a:t>
            </a:r>
          </a:p>
          <a:p>
            <a:pPr>
              <a:spcAft>
                <a:spcPts val="700"/>
              </a:spcAft>
            </a:pPr>
            <a:r>
              <a:rPr sz="2100" b="0" dirty="0">
                <a:solidFill>
                  <a:srgbClr val="E2E4EF"/>
                </a:solidFill>
                <a:latin typeface="Segoe UI"/>
              </a:rPr>
              <a:t>•  Veri: PostgreSQL 16 ·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LocalStack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S3 (boto3) ·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pypdf</a:t>
            </a:r>
            <a:endParaRPr sz="2100" b="0" dirty="0">
              <a:solidFill>
                <a:srgbClr val="E2E4EF"/>
              </a:solidFill>
              <a:latin typeface="Segoe UI"/>
            </a:endParaRPr>
          </a:p>
          <a:p>
            <a:pPr>
              <a:spcAft>
                <a:spcPts val="700"/>
              </a:spcAft>
            </a:pPr>
            <a:r>
              <a:rPr sz="2100" b="0" dirty="0">
                <a:solidFill>
                  <a:srgbClr val="E2E4EF"/>
                </a:solidFill>
                <a:latin typeface="Segoe UI"/>
              </a:rPr>
              <a:t>• 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Paketleme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: Multi-stage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Dockerfile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· docker-compose</a:t>
            </a:r>
          </a:p>
          <a:p>
            <a:pPr>
              <a:spcAft>
                <a:spcPts val="700"/>
              </a:spcAft>
            </a:pPr>
            <a:r>
              <a:rPr sz="2100" b="0" dirty="0">
                <a:solidFill>
                  <a:srgbClr val="E2E4EF"/>
                </a:solidFill>
                <a:latin typeface="Segoe UI"/>
              </a:rPr>
              <a:t>• 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Orkestrasyon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: Kubernetes (Deployment/Service/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ConfigMap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/Secret) · KEDA event-driven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autoscale</a:t>
            </a:r>
            <a:endParaRPr sz="2100" b="0" dirty="0">
              <a:solidFill>
                <a:srgbClr val="E2E4EF"/>
              </a:solidFill>
              <a:latin typeface="Segoe UI"/>
            </a:endParaRPr>
          </a:p>
          <a:p>
            <a:pPr>
              <a:spcAft>
                <a:spcPts val="700"/>
              </a:spcAft>
            </a:pPr>
            <a:r>
              <a:rPr sz="2100" b="0" dirty="0">
                <a:solidFill>
                  <a:srgbClr val="E2E4EF"/>
                </a:solidFill>
                <a:latin typeface="Segoe UI"/>
              </a:rPr>
              <a:t>•  Test: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pytest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(+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Testcontainers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) · Factory Boy/Faker · Postman/Newman · Playwright (E2E) · k6 (perf)</a:t>
            </a:r>
          </a:p>
          <a:p>
            <a:pPr>
              <a:spcAft>
                <a:spcPts val="700"/>
              </a:spcAft>
            </a:pPr>
            <a:r>
              <a:rPr sz="2100" b="0" dirty="0">
                <a:solidFill>
                  <a:srgbClr val="E2E4EF"/>
                </a:solidFill>
                <a:latin typeface="Segoe UI"/>
              </a:rPr>
              <a:t>• 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Gözlemlenebilirlik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: Prometheus · Grafana ·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OpenTelemetry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→ Jaeger</a:t>
            </a:r>
          </a:p>
          <a:p>
            <a:pPr>
              <a:spcAft>
                <a:spcPts val="700"/>
              </a:spcAft>
            </a:pPr>
            <a:r>
              <a:rPr sz="2100" b="0">
                <a:solidFill>
                  <a:srgbClr val="E2E4EF"/>
                </a:solidFill>
                <a:latin typeface="Segoe UI"/>
              </a:rPr>
              <a:t>•  CI/CD: GitHub Actions — lint → test → build → deploy → smoke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6C63FF"/>
                </a:solidFill>
                <a:latin typeface="Segoe UI"/>
              </a:rPr>
              <a:t>API &amp; Veri Modeli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800" b="0" dirty="0" err="1">
                <a:solidFill>
                  <a:srgbClr val="E2E4EF"/>
                </a:solidFill>
                <a:latin typeface="Segoe UI"/>
              </a:rPr>
              <a:t>Entity'ler</a:t>
            </a:r>
            <a:r>
              <a:rPr sz="1800" b="0" dirty="0">
                <a:solidFill>
                  <a:srgbClr val="E2E4EF"/>
                </a:solidFill>
                <a:latin typeface="Segoe UI"/>
              </a:rPr>
              <a:t>: </a:t>
            </a:r>
            <a:r>
              <a:rPr sz="1800" b="0" dirty="0" err="1">
                <a:solidFill>
                  <a:srgbClr val="E2E4EF"/>
                </a:solidFill>
                <a:latin typeface="Segoe UI"/>
              </a:rPr>
              <a:t>PdfFile</a:t>
            </a:r>
            <a:r>
              <a:rPr sz="1800" b="0" dirty="0">
                <a:solidFill>
                  <a:srgbClr val="E2E4EF"/>
                </a:solidFill>
                <a:latin typeface="Segoe UI"/>
              </a:rPr>
              <a:t> (id, filename, s3_key, size, </a:t>
            </a:r>
            <a:r>
              <a:rPr sz="1800" b="0" dirty="0" err="1">
                <a:solidFill>
                  <a:srgbClr val="E2E4EF"/>
                </a:solidFill>
                <a:latin typeface="Segoe UI"/>
              </a:rPr>
              <a:t>page_count</a:t>
            </a:r>
            <a:r>
              <a:rPr sz="1800" b="0" dirty="0">
                <a:solidFill>
                  <a:srgbClr val="E2E4EF"/>
                </a:solidFill>
                <a:latin typeface="Segoe UI"/>
              </a:rPr>
              <a:t>) · </a:t>
            </a:r>
            <a:r>
              <a:rPr sz="1800" b="0" dirty="0" err="1">
                <a:solidFill>
                  <a:srgbClr val="E2E4EF"/>
                </a:solidFill>
                <a:latin typeface="Segoe UI"/>
              </a:rPr>
              <a:t>MergeJob</a:t>
            </a:r>
            <a:r>
              <a:rPr sz="1800" b="0" dirty="0">
                <a:solidFill>
                  <a:srgbClr val="E2E4EF"/>
                </a:solidFill>
                <a:latin typeface="Segoe UI"/>
              </a:rPr>
              <a:t> (id, status, </a:t>
            </a:r>
            <a:r>
              <a:rPr sz="1800" b="0" dirty="0" err="1">
                <a:solidFill>
                  <a:srgbClr val="E2E4EF"/>
                </a:solidFill>
                <a:latin typeface="Segoe UI"/>
              </a:rPr>
              <a:t>source_file_ids</a:t>
            </a:r>
            <a:r>
              <a:rPr sz="1800" b="0" dirty="0">
                <a:solidFill>
                  <a:srgbClr val="E2E4EF"/>
                </a:solidFill>
                <a:latin typeface="Segoe UI"/>
              </a:rPr>
              <a:t>, output_s3_key, timestamps)</a:t>
            </a:r>
          </a:p>
          <a:p>
            <a:r>
              <a:rPr lang="tr-TR">
                <a:solidFill>
                  <a:srgbClr val="22C55E"/>
                </a:solidFill>
                <a:latin typeface="Segoe UI"/>
              </a:rPr>
              <a:t>Durum</a:t>
            </a:r>
            <a:r>
              <a:rPr sz="1800" b="0">
                <a:solidFill>
                  <a:srgbClr val="22C55E"/>
                </a:solidFill>
                <a:latin typeface="Segoe UI"/>
              </a:rPr>
              <a:t>: pending → processing → completed | failed</a:t>
            </a:r>
            <a:endParaRPr sz="1800" b="0">
              <a:solidFill>
                <a:srgbClr val="22C55E"/>
              </a:solidFill>
              <a:latin typeface="Segoe UI"/>
              <a:cs typeface="Segoe U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953277"/>
              </p:ext>
            </p:extLst>
          </p:nvPr>
        </p:nvGraphicFramePr>
        <p:xfrm>
          <a:off x="625230" y="2149230"/>
          <a:ext cx="10894906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0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Path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Açıklama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4EF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4EF"/>
                          </a:solidFill>
                        </a:rPr>
                        <a:t>/api/v1/files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4EF"/>
                          </a:solidFill>
                        </a:rPr>
                        <a:t>PDF yükle (multipart)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4EF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4EF"/>
                          </a:solidFill>
                        </a:rPr>
                        <a:t>/api/v1/files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4EF"/>
                          </a:solidFill>
                        </a:rPr>
                        <a:t>Listele (sayfalı)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4EF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4EF"/>
                          </a:solidFill>
                        </a:rPr>
                        <a:t>/api/v1/merge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4EF"/>
                          </a:solidFill>
                        </a:rPr>
                        <a:t>Merge job başlat (202)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4EF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4EF"/>
                          </a:solidFill>
                        </a:rPr>
                        <a:t>/api/v1/jobs/{id}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4EF"/>
                          </a:solidFill>
                        </a:rPr>
                        <a:t>Durum sorgula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4EF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4EF"/>
                          </a:solidFill>
                        </a:rPr>
                        <a:t>/api/v1/jobs/{id}/download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4EF"/>
                          </a:solidFill>
                        </a:rPr>
                        <a:t>Sonucu indir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4EF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4EF"/>
                          </a:solidFill>
                        </a:rPr>
                        <a:t>/health · /metrics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4EF"/>
                          </a:solidFill>
                        </a:rPr>
                        <a:t>Sağlık &amp; metrik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6C63FF"/>
                </a:solidFill>
                <a:latin typeface="Segoe UI"/>
              </a:rPr>
              <a:t>Test &amp; Kalite Stratejisi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00" cy="381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36291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700"/>
              </a:spcAft>
            </a:pPr>
            <a:r>
              <a:rPr sz="2100" b="0" dirty="0">
                <a:solidFill>
                  <a:srgbClr val="E2E4EF"/>
                </a:solidFill>
                <a:latin typeface="Segoe UI"/>
              </a:rPr>
              <a:t>•  Unit: config · models · schemas ·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merge_pdf_bytes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(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saf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fonksiyon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)</a:t>
            </a:r>
          </a:p>
          <a:p>
            <a:pPr>
              <a:spcAft>
                <a:spcPts val="700"/>
              </a:spcAft>
            </a:pPr>
            <a:r>
              <a:rPr sz="2100" b="0" dirty="0">
                <a:solidFill>
                  <a:srgbClr val="E2E4EF"/>
                </a:solidFill>
                <a:latin typeface="Segoe UI"/>
              </a:rPr>
              <a:t>•  Integration: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Testcontainers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ile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gerçek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Postgres +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LocalStack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S3'e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karşı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tam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upload→merge→download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akışı</a:t>
            </a:r>
            <a:endParaRPr sz="2100" b="0" dirty="0" err="1">
              <a:solidFill>
                <a:srgbClr val="E2E4EF"/>
              </a:solidFill>
              <a:latin typeface="Segoe UI"/>
              <a:cs typeface="Segoe UI"/>
            </a:endParaRPr>
          </a:p>
          <a:p>
            <a:pPr>
              <a:spcAft>
                <a:spcPts val="700"/>
              </a:spcAft>
            </a:pPr>
            <a:r>
              <a:rPr sz="2100" b="0" dirty="0">
                <a:solidFill>
                  <a:srgbClr val="E2E4EF"/>
                </a:solidFill>
                <a:latin typeface="Segoe UI"/>
              </a:rPr>
              <a:t>•  Test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verisi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: Factory Boy + Faker (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PdfFileFactory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,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MergeJobFactory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)</a:t>
            </a:r>
            <a:endParaRPr sz="2100" b="0" dirty="0">
              <a:solidFill>
                <a:srgbClr val="E2E4EF"/>
              </a:solidFill>
              <a:latin typeface="Segoe UI"/>
              <a:cs typeface="Segoe UI"/>
            </a:endParaRPr>
          </a:p>
          <a:p>
            <a:pPr>
              <a:spcAft>
                <a:spcPts val="700"/>
              </a:spcAft>
            </a:pPr>
            <a:r>
              <a:rPr sz="2100" b="0" dirty="0">
                <a:solidFill>
                  <a:srgbClr val="E2E4EF"/>
                </a:solidFill>
                <a:latin typeface="Segoe UI"/>
              </a:rPr>
              <a:t>•  API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sözleşmesi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: Postman/Newman — 7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istek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,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CI'da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koşar</a:t>
            </a:r>
            <a:endParaRPr sz="2100" b="0" dirty="0" err="1">
              <a:solidFill>
                <a:srgbClr val="E2E4EF"/>
              </a:solidFill>
              <a:latin typeface="Segoe UI"/>
              <a:cs typeface="Segoe UI"/>
            </a:endParaRPr>
          </a:p>
          <a:p>
            <a:pPr>
              <a:spcAft>
                <a:spcPts val="700"/>
              </a:spcAft>
            </a:pPr>
            <a:r>
              <a:rPr sz="2100" b="0" dirty="0">
                <a:solidFill>
                  <a:srgbClr val="E2E4EF"/>
                </a:solidFill>
                <a:latin typeface="Segoe UI"/>
              </a:rPr>
              <a:t>•  E2E: Playwright — Swagger UI +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canlı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endpoint'ler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(5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senaryo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)</a:t>
            </a:r>
            <a:endParaRPr sz="2100" b="0" dirty="0">
              <a:solidFill>
                <a:srgbClr val="E2E4EF"/>
              </a:solidFill>
              <a:latin typeface="Segoe UI"/>
              <a:cs typeface="Segoe UI"/>
            </a:endParaRPr>
          </a:p>
          <a:p>
            <a:pPr>
              <a:spcAft>
                <a:spcPts val="700"/>
              </a:spcAft>
            </a:pPr>
            <a:r>
              <a:rPr sz="2100" b="0" dirty="0">
                <a:solidFill>
                  <a:srgbClr val="E2E4EF"/>
                </a:solidFill>
                <a:latin typeface="Segoe UI"/>
              </a:rPr>
              <a:t>• 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Kapsam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: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CI'da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--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cov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-fail-under=70 →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eşiğin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altı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= build fail</a:t>
            </a:r>
            <a:endParaRPr sz="2100" b="0" dirty="0">
              <a:solidFill>
                <a:srgbClr val="E2E4EF"/>
              </a:solidFill>
              <a:latin typeface="Segoe UI"/>
              <a:cs typeface="Segoe UI"/>
            </a:endParaRPr>
          </a:p>
          <a:p>
            <a:pPr>
              <a:spcAft>
                <a:spcPts val="700"/>
              </a:spcAft>
            </a:pPr>
            <a:r>
              <a:rPr sz="2100" b="0">
                <a:solidFill>
                  <a:srgbClr val="E2E4EF"/>
                </a:solidFill>
                <a:latin typeface="Segoe UI"/>
              </a:rPr>
              <a:t>•  Lint: ruff (check + format)</a:t>
            </a:r>
          </a:p>
          <a:p>
            <a:pPr>
              <a:spcAft>
                <a:spcPts val="700"/>
              </a:spcAft>
            </a:pPr>
            <a:endParaRPr sz="2100" b="0" dirty="0">
              <a:solidFill>
                <a:srgbClr val="22C55E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6C63FF"/>
                </a:solidFill>
                <a:latin typeface="Segoe UI"/>
              </a:rPr>
              <a:t>Gözlemlenebilirlik &amp; Ölçeklenme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00" cy="381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2772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700"/>
              </a:spcAft>
            </a:pPr>
            <a:r>
              <a:rPr sz="2100" b="0" dirty="0">
                <a:solidFill>
                  <a:srgbClr val="E2E4EF"/>
                </a:solidFill>
                <a:latin typeface="Segoe UI"/>
              </a:rPr>
              <a:t>• 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Metrikler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: /metrics (Prometheus),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ServiceMonitor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ile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scrape</a:t>
            </a:r>
          </a:p>
          <a:p>
            <a:pPr>
              <a:spcAft>
                <a:spcPts val="700"/>
              </a:spcAft>
            </a:pPr>
            <a:r>
              <a:rPr sz="2100" b="0" dirty="0">
                <a:solidFill>
                  <a:srgbClr val="E2E4EF"/>
                </a:solidFill>
                <a:latin typeface="Segoe UI"/>
              </a:rPr>
              <a:t>•  Grafana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panelleri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(4): Request rate · Endpoint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bazlı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rate · Replica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sayısı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· p95 latency (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histogram_quantile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)</a:t>
            </a:r>
            <a:endParaRPr sz="2100" b="0" dirty="0">
              <a:solidFill>
                <a:srgbClr val="E2E4EF"/>
              </a:solidFill>
              <a:latin typeface="Segoe UI"/>
              <a:cs typeface="Segoe UI"/>
            </a:endParaRPr>
          </a:p>
          <a:p>
            <a:pPr>
              <a:spcAft>
                <a:spcPts val="700"/>
              </a:spcAft>
            </a:pPr>
            <a:r>
              <a:rPr sz="2100" b="0" dirty="0">
                <a:solidFill>
                  <a:srgbClr val="E2E4EF"/>
                </a:solidFill>
                <a:latin typeface="Segoe UI"/>
              </a:rPr>
              <a:t>•  Tracing: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OpenTelemetry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→ Jaeger </a:t>
            </a:r>
            <a:endParaRPr sz="2100" b="0" dirty="0">
              <a:solidFill>
                <a:srgbClr val="E2E4EF"/>
              </a:solidFill>
              <a:latin typeface="Segoe UI"/>
              <a:cs typeface="Segoe UI"/>
            </a:endParaRPr>
          </a:p>
          <a:p>
            <a:pPr>
              <a:spcAft>
                <a:spcPts val="700"/>
              </a:spcAft>
            </a:pPr>
            <a:r>
              <a:rPr sz="2100" b="0" dirty="0">
                <a:solidFill>
                  <a:srgbClr val="E2E4EF"/>
                </a:solidFill>
                <a:latin typeface="Segoe UI"/>
              </a:rPr>
              <a:t>• 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Autoscale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(KEDA): sum(rate(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http_requests_total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[2m])) ≥ 10 req/s → 1 → 5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replika</a:t>
            </a:r>
            <a:endParaRPr sz="2100" b="0" dirty="0">
              <a:solidFill>
                <a:srgbClr val="E2E4EF"/>
              </a:solidFill>
              <a:latin typeface="Segoe UI"/>
              <a:cs typeface="Segoe UI"/>
            </a:endParaRPr>
          </a:p>
          <a:p>
            <a:pPr>
              <a:spcAft>
                <a:spcPts val="700"/>
              </a:spcAft>
            </a:pPr>
            <a:r>
              <a:rPr sz="2100" b="0" dirty="0">
                <a:solidFill>
                  <a:srgbClr val="E2E4EF"/>
                </a:solidFill>
                <a:latin typeface="Segoe UI"/>
              </a:rPr>
              <a:t>• 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Performans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(k6): ramp 1 → 50 VU, ~100 s</a:t>
            </a:r>
            <a:endParaRPr sz="2100" b="0" dirty="0">
              <a:solidFill>
                <a:srgbClr val="E2E4EF"/>
              </a:solidFill>
              <a:latin typeface="Segoe UI"/>
              <a:cs typeface="Segoe UI"/>
            </a:endParaRPr>
          </a:p>
          <a:p>
            <a:pPr lvl="1">
              <a:spcAft>
                <a:spcPts val="700"/>
              </a:spcAft>
            </a:pPr>
            <a:endParaRPr sz="1900" b="1" dirty="0">
              <a:solidFill>
                <a:srgbClr val="22C55E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3400" b="1">
                <a:solidFill>
                  <a:srgbClr val="6C63FF"/>
                </a:solidFill>
                <a:latin typeface="Segoe UI"/>
              </a:rPr>
              <a:t>CI/CD Pipeline </a:t>
            </a:r>
            <a:endParaRPr lang="tr-TR" sz="3400" b="1">
              <a:solidFill>
                <a:srgbClr val="6C63FF"/>
              </a:solidFill>
              <a:latin typeface="Segoe UI"/>
              <a:cs typeface="Segoe U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00" cy="381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881360" cy="585216"/>
          </a:xfrm>
          <a:prstGeom prst="rect">
            <a:avLst/>
          </a:prstGeom>
          <a:solidFill>
            <a:srgbClr val="1A1D27"/>
          </a:solidFill>
          <a:ln>
            <a:solidFill>
              <a:srgbClr val="2E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1400" b="0">
                <a:solidFill>
                  <a:srgbClr val="E2E4EF"/>
                </a:solidFill>
                <a:latin typeface="Consolas"/>
              </a:rPr>
              <a:t>lint (ruff) -&gt; test (pytest+cov&gt;=70) -&gt; build (docker) -&gt; deploy (minikube) -&gt; smoke (Newman + k6)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31136"/>
            <a:ext cx="10881360" cy="15645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700"/>
              </a:spcAft>
            </a:pPr>
            <a:r>
              <a:rPr sz="2100" b="0" dirty="0">
                <a:solidFill>
                  <a:srgbClr val="E2E4EF"/>
                </a:solidFill>
                <a:latin typeface="Segoe UI"/>
              </a:rPr>
              <a:t>•  Tek workflow; her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aşama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bir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öncekine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bağımlı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—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biri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düşerse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pipeline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kırmızı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.</a:t>
            </a:r>
          </a:p>
          <a:p>
            <a:pPr>
              <a:spcAft>
                <a:spcPts val="700"/>
              </a:spcAft>
            </a:pPr>
            <a:r>
              <a:rPr sz="2100" b="0" dirty="0">
                <a:solidFill>
                  <a:srgbClr val="E2E4EF"/>
                </a:solidFill>
                <a:latin typeface="Segoe UI"/>
              </a:rPr>
              <a:t>•  Image artifact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olarak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taşınır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→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minikube'e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yüklenir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→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manifest'ler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uygulanır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→ smoke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ile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canlılık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 </a:t>
            </a:r>
            <a:r>
              <a:rPr sz="2100" b="0" dirty="0" err="1">
                <a:solidFill>
                  <a:srgbClr val="E2E4EF"/>
                </a:solidFill>
                <a:latin typeface="Segoe UI"/>
              </a:rPr>
              <a:t>doğrulanır</a:t>
            </a:r>
            <a:r>
              <a:rPr sz="2100" b="0" dirty="0">
                <a:solidFill>
                  <a:srgbClr val="E2E4EF"/>
                </a:solidFill>
                <a:latin typeface="Segoe UI"/>
              </a:rPr>
              <a:t>.</a:t>
            </a:r>
            <a:endParaRPr sz="2100" b="0" dirty="0">
              <a:solidFill>
                <a:srgbClr val="E2E4EF"/>
              </a:solidFill>
              <a:latin typeface="Segoe UI"/>
              <a:cs typeface="Segoe UI"/>
            </a:endParaRPr>
          </a:p>
          <a:p>
            <a:pPr>
              <a:spcAft>
                <a:spcPts val="700"/>
              </a:spcAft>
            </a:pPr>
            <a:endParaRPr sz="2100" b="0" dirty="0">
              <a:solidFill>
                <a:srgbClr val="E2E4EF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97554" y="2455594"/>
            <a:ext cx="6405490" cy="14055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4800" b="1" dirty="0">
                <a:solidFill>
                  <a:srgbClr val="6C63FF"/>
                </a:solidFill>
                <a:latin typeface="Segoe UI"/>
              </a:rPr>
              <a:t>Teşekkürler</a:t>
            </a:r>
            <a:r>
              <a:rPr lang="tr-TR" sz="4800" b="1">
                <a:solidFill>
                  <a:srgbClr val="6C63FF"/>
                </a:solidFill>
                <a:latin typeface="Segoe UI"/>
              </a:rPr>
              <a:t> Ederim :)</a:t>
            </a:r>
            <a:endParaRPr lang="tr-TR" sz="4800" b="1">
              <a:solidFill>
                <a:srgbClr val="6C63FF"/>
              </a:solidFill>
              <a:latin typeface="Segoe UI"/>
              <a:cs typeface="Segoe UI"/>
            </a:endParaRPr>
          </a:p>
          <a:p>
            <a:pPr>
              <a:spcBef>
                <a:spcPts val="1600"/>
              </a:spcBef>
            </a:pPr>
            <a:endParaRPr sz="2400" dirty="0">
              <a:solidFill>
                <a:srgbClr val="E2E4EF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Geniş ekran</PresentationFormat>
  <Paragraphs>0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2" baseType="lpstr"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133</cp:revision>
  <dcterms:created xsi:type="dcterms:W3CDTF">2013-01-27T09:14:16Z</dcterms:created>
  <dcterms:modified xsi:type="dcterms:W3CDTF">2026-05-31T21:54:34Z</dcterms:modified>
  <cp:category/>
</cp:coreProperties>
</file>